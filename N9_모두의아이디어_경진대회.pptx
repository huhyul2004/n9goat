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5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6D6A0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N9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spc="3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울산 학교 커뮤니티 플랫폼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0" y="288036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44개 학교, 하나의 플랫폼으로 연결합니다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모두의아이디어 경진대회 출품작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371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502920" cy="347472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80160" y="11887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인식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11887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 소통의 현실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91056"/>
            <a:ext cx="502920" cy="347472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5910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N9 소개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159105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비전과 핵심 가치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993392"/>
            <a:ext cx="502920" cy="347472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1993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9933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 · 채팅 · 메일 · 캘린더 · 투표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395728"/>
            <a:ext cx="502920" cy="347472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3957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마음패드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23957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익명 상담·신고 시스템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798064"/>
            <a:ext cx="502920" cy="347472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27980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279806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모더레이션 · 작성 보조 · 주간 브리핑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200400"/>
            <a:ext cx="502920" cy="347472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91840" y="32004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통계와 학교별 활동 분석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602736"/>
            <a:ext cx="502920" cy="347472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36027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아키텍처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91840" y="360273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+ Supabase + AI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005072"/>
            <a:ext cx="502920" cy="347472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40050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효과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91840" y="40050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현장의 변화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4407408"/>
            <a:ext cx="502920" cy="347472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44074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계획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91840" y="44074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로드맵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문제 인식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 소통, 지금 어떤 상태인가?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7863840" cy="731520"/>
          </a:xfrm>
          <a:prstGeom prst="rect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0876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파편화된 소통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80136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카카오톡, 문자, 공문... 44개 학교가 각각 다른 방식으로 소통하고 있습니다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7863840" cy="731520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42316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53288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투명성 부재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508760" y="267004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 간 행사·일정 공유가 어렵고, 교육청-학교 간 정보 격차가 존재합니다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3200400"/>
            <a:ext cx="7863840" cy="731520"/>
          </a:xfrm>
          <a:prstGeom prst="rect">
            <a:avLst/>
          </a:prstGeom>
          <a:solidFill>
            <a:srgbClr val="8B5CF6">
              <a:alpha val="2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777240" y="3291840"/>
            <a:ext cx="548640" cy="54864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0156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0876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학교폭력 사각지대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508760" y="353872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물리적 건의함은 거의 확인되지 않고, 신고 시스템이 구시대적입니다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40080" y="4069080"/>
            <a:ext cx="7863840" cy="731520"/>
          </a:xfrm>
          <a:prstGeom prst="rect">
            <a:avLst/>
          </a:prstGeom>
          <a:solidFill>
            <a:srgbClr val="0891B2">
              <a:alpha val="25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27024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0876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비공식 채널 의존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1508760" y="440740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카카오톡 그룹은 기관용이 아니며, 기록 관리·보안에 취약합니다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숫자로 보는 문제의 규모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965960" cy="2560320"/>
          </a:xfrm>
          <a:prstGeom prst="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2560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울산 중학교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구·군 소속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188720"/>
            <a:ext cx="1965960" cy="2560320"/>
          </a:xfrm>
          <a:prstGeom prst="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188720"/>
            <a:ext cx="54864" cy="2560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4630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743200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소통 플랫폼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2926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존재하지 않음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1965960" cy="2560320"/>
          </a:xfrm>
          <a:prstGeom prst="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88720"/>
            <a:ext cx="54864" cy="2560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4630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70%+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892040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건의함 미확인율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물리적 건의함 한계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1188720"/>
            <a:ext cx="1965960" cy="2560320"/>
          </a:xfrm>
          <a:prstGeom prst="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188720"/>
            <a:ext cx="54864" cy="2560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4630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7040880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필요한 신고 접근성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2926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학교폭력은 쉬지 않음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114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"기존 시스템으로는 44개 학교의 소통을 해결할 수 없습니다"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06D6A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N9이란?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N9 =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남구(Namgu) + 9개 핵심 기능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울산 남구 중심으로 시작, 전 울산으로 확장하는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학교 커뮤니티 통합 플랫폼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2651760" cy="59436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88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044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질문·공지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2743200"/>
            <a:ext cx="2651760" cy="59436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788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3044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소통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2743200"/>
            <a:ext cx="2651760" cy="59436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788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044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공식 메시지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474720"/>
            <a:ext cx="2651760" cy="59436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520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캘린더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7764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관리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3474720"/>
            <a:ext cx="2651760" cy="59436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3520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11880" y="37764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의사결정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3474720"/>
            <a:ext cx="2651760" cy="59436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3520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마음패드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37764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익명 상담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206240"/>
            <a:ext cx="2651760" cy="59436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2519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45079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 분석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0" y="4206240"/>
            <a:ext cx="2651760" cy="59436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611880" y="42519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모더레이션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11880" y="45079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 관리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4206240"/>
            <a:ext cx="2651760" cy="59436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42519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46520" y="45079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실명 관리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44개 학교 네트워크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7863840" cy="82296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88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16개교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920240" y="11887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신정중, 신일중, 학성중, 월평중, 동평중, 태화중, 울산강남중, 옥동중, 울산중앙중, 문수중, 울산서여자중, 야음중, 옥현중, 삼호중, 대현중, 무거중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7863840" cy="82296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05740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울주군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14개교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20240" y="2148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구영중, 남창중, 두광중, 범서중, 삼남중, 상북중, 서생중, 신언중, 언양중, 온산중, 웅촌중, 장검중, 천상중, 청량중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7863840" cy="82296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017520"/>
            <a:ext cx="54864" cy="8229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3429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10개교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920240" y="3108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강동중, 고헌중, 농소중, 달천중, 매곡중, 연암중, 진장중, 천곡중, 호계중, 화봉중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7863840" cy="82296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977640"/>
            <a:ext cx="54864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069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4389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4개교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920240" y="4069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방어진중, 대송중, 화암중, 일산중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30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7단계 역할 기반 접근 제어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7863840" cy="438912"/>
          </a:xfrm>
          <a:prstGeom prst="rect">
            <a:avLst/>
          </a:prstGeom>
          <a:solidFill>
            <a:srgbClr val="0B1D3A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438912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0972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0" y="109728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학교 열람, 공지 작성, 게시글 삭제, 전체 채팅방 접근, 대시보드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627632"/>
            <a:ext cx="6766560" cy="438912"/>
          </a:xfrm>
          <a:prstGeom prst="rect">
            <a:avLst/>
          </a:prstGeom>
          <a:solidFill>
            <a:srgbClr val="1A3A5C">
              <a:alpha val="8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627632"/>
            <a:ext cx="54864" cy="43891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62763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11680" y="1627632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 작성, 게시글 삭제, 대시보드 열람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157984"/>
            <a:ext cx="5669280" cy="438912"/>
          </a:xfrm>
          <a:prstGeom prst="rect">
            <a:avLst/>
          </a:prstGeom>
          <a:solidFill>
            <a:srgbClr val="0891B2">
              <a:alpha val="8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157984"/>
            <a:ext cx="54864" cy="4389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15798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11680" y="2157984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 작성, 대시보드 열람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688336"/>
            <a:ext cx="6766560" cy="438912"/>
          </a:xfrm>
          <a:prstGeom prst="rect">
            <a:avLst/>
          </a:prstGeom>
          <a:solidFill>
            <a:srgbClr val="00B4D8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688336"/>
            <a:ext cx="54864" cy="4389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268833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11680" y="2688336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학교 열람, 공지 작성, 게시글 삭제, 관리자 기능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218688"/>
            <a:ext cx="4572000" cy="438912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218688"/>
            <a:ext cx="54864" cy="43891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21868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학생부장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011680" y="3218688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 열람, 질문/답변, 투표, 채팅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749040"/>
            <a:ext cx="4572000" cy="438912"/>
          </a:xfrm>
          <a:prstGeom prst="rect">
            <a:avLst/>
          </a:prstGeom>
          <a:solidFill>
            <a:srgbClr val="10B981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49040"/>
            <a:ext cx="54864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37490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선생님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011680" y="374904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 열람, 질문/답변, 투표, 채팅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279392"/>
            <a:ext cx="3657600" cy="438912"/>
          </a:xfrm>
          <a:prstGeom prst="rect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4279392"/>
            <a:ext cx="54864" cy="43891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27939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학생회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011680" y="4279392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 열람, 질문/답변, 투표, 채팅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실명 인증 기반 → 책임감 있는 소통 문화 구축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30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"/>
            <a:ext cx="594360" cy="59436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931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게시판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41732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&amp; 공지사항 통합 시스템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3931920" cy="47548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399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듀얼 모드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16093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질문(Q&amp;A)과 공지사항 분리 운영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1938528"/>
            <a:ext cx="3931920" cy="47548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965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콘텐츠 검수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2176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 전 AI가 부적절한 내용 자동 감지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2505456"/>
            <a:ext cx="3931920" cy="47548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5328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작성 보조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" y="2743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키워드만 입력하면 AI가 공지문 초안 작성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" y="3072384"/>
            <a:ext cx="3931920" cy="47548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0998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익명 질문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77240" y="33101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민감한 질문은 익명으로 게시 가능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0080" y="3639312"/>
            <a:ext cx="3931920" cy="47548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6667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첨부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77240" y="38770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5MB 파일 업로드 지원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0080" y="4206240"/>
            <a:ext cx="3931920" cy="47548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42336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댓글 스레드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77240" y="44439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게시글별 댓글 작성·수정·삭제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937760" y="1371600"/>
            <a:ext cx="3840480" cy="3200400"/>
          </a:xfrm>
          <a:prstGeom prst="rect">
            <a:avLst>
              <a:gd name="adj" fmla="val 1429"/>
            </a:avLst>
          </a:prstGeom>
          <a:solidFill>
            <a:srgbClr val="1A2B4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12064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 화면 구성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303520" y="1965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카테고리 필터 (질문 / 공지)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303520" y="2258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검색 기능 (제목 + 내용)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303520" y="25511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정렬: 최신순 / 댓글순 / 내 글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303520" y="28437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게시글 카드 (제목, 작성자, 소속학교)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303520" y="31363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댓글 수 뱃지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03520" y="3429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글쓰기 버튼 (+ AI 작성 보조)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303520" y="37216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공지 고정(📌) 기능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303520" y="40142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파일 첨부 미리보기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30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"/>
            <a:ext cx="594360" cy="59436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931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실시간 채팅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41732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학교별 채널 + 그룹 채팅방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3931920" cy="1600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371600"/>
            <a:ext cx="54864" cy="1600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5"/>
          <p:cNvSpPr/>
          <p:nvPr/>
        </p:nvSpPr>
        <p:spPr>
          <a:xfrm>
            <a:off x="868680" y="1600200"/>
            <a:ext cx="502920" cy="50292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700784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학교별 채널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554480" y="1965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44개 학교 각각의 전용 채팅방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전체 통합 채팅방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800600" y="1371600"/>
            <a:ext cx="3931920" cy="1600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00600" y="1371600"/>
            <a:ext cx="54864" cy="1600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0"/>
          <p:cNvSpPr/>
          <p:nvPr/>
        </p:nvSpPr>
        <p:spPr>
          <a:xfrm>
            <a:off x="5029200" y="1600200"/>
            <a:ext cx="502920" cy="50292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784" y="1700784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71500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 채팅(단톡)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715000" y="1965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원하는 멤버를 초대하여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소그룹 대화방 생성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3154680"/>
            <a:ext cx="3931920" cy="1600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3154680"/>
            <a:ext cx="54864" cy="16002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3383280"/>
            <a:ext cx="502920" cy="502920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48386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공유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554480" y="3749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이미지, PDF 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첨부파일 전송 지원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800600" y="3154680"/>
            <a:ext cx="3931920" cy="1600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00600" y="3154680"/>
            <a:ext cx="54864" cy="1600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Shape 20"/>
          <p:cNvSpPr/>
          <p:nvPr/>
        </p:nvSpPr>
        <p:spPr>
          <a:xfrm>
            <a:off x="5029200" y="3383280"/>
            <a:ext cx="502920" cy="50292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9784" y="3483864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7150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5715000" y="3749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교육감은 전체 채팅방 접근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사용자는 소속학교만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30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"/>
            <a:ext cx="594360" cy="59436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931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학교 메일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41732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 간 공식 메시지 시스템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463040"/>
            <a:ext cx="548640" cy="54864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57276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학교-to-학교 메시징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554480" y="17373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소속학교와 직책이 투명하게 표시되는 공식 메시지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822960" y="2331720"/>
            <a:ext cx="548640" cy="54864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44144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받은편지함 / 보낸편지함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554480" y="26060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체계적인 메일 관리와 읽음 상태 확인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3108960"/>
            <a:ext cx="786384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822960" y="3200400"/>
            <a:ext cx="548640" cy="54864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31012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답장 기능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554480" y="34747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 제목을 인용하여 빠른 답장 작성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40080" y="3977640"/>
            <a:ext cx="786384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6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178808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5448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첨부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1554480" y="43434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5MB 첨부파일 전송 지원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"/>
            <a:ext cx="594360" cy="594360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931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학사 캘린더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77240" y="1325880"/>
            <a:ext cx="274320" cy="2743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325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887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월간 보기 캘린더 (반응형 UI)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" y="1874520"/>
            <a:ext cx="274320" cy="2743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8872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학교별 필터링 (전체 학교 vs 개별 학교)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77240" y="2423160"/>
            <a:ext cx="274320" cy="2743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887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등록 (날짜, 제목, 설명)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" y="2971800"/>
            <a:ext cx="274320" cy="2743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8872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일정 자동 병합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77240" y="3520440"/>
            <a:ext cx="274320" cy="2743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3520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8872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최적화 (점 표시 → 제목)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77240" y="4069080"/>
            <a:ext cx="274320" cy="2743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8872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컬러 코딩으로 학교별 구분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029200" y="1097280"/>
            <a:ext cx="3749040" cy="3474720"/>
          </a:xfrm>
          <a:prstGeom prst="rect">
            <a:avLst>
              <a:gd name="adj" fmla="val 1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21208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캘린더 미리보기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166360" y="1645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669280" y="1645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172200" y="1645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675120" y="1645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178040" y="1645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680960" y="1645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183880" y="1645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172200" y="1965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675120" y="1965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178040" y="1965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7333488" y="2240280"/>
            <a:ext cx="109728" cy="5486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6" name="Text 33"/>
          <p:cNvSpPr/>
          <p:nvPr/>
        </p:nvSpPr>
        <p:spPr>
          <a:xfrm>
            <a:off x="7680960" y="1965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8183880" y="1965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16636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66928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824728" y="2651760"/>
            <a:ext cx="109728" cy="5486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41" name="Text 38"/>
          <p:cNvSpPr/>
          <p:nvPr/>
        </p:nvSpPr>
        <p:spPr>
          <a:xfrm>
            <a:off x="617220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67512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17804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68096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818388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5166360" y="2788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669280" y="2788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172200" y="2788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6327648" y="3063240"/>
            <a:ext cx="109728" cy="5486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50" name="Text 47"/>
          <p:cNvSpPr/>
          <p:nvPr/>
        </p:nvSpPr>
        <p:spPr>
          <a:xfrm>
            <a:off x="6675120" y="2788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7178040" y="2788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680960" y="2788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8183880" y="2788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516636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566928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617220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6327648" y="3474720"/>
            <a:ext cx="109728" cy="5486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58" name="Text 55"/>
          <p:cNvSpPr/>
          <p:nvPr/>
        </p:nvSpPr>
        <p:spPr>
          <a:xfrm>
            <a:off x="667512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717804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768096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818388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5166360" y="3611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5669280" y="3611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5824728" y="3886200"/>
            <a:ext cx="109728" cy="5486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65" name="Text 62"/>
          <p:cNvSpPr/>
          <p:nvPr/>
        </p:nvSpPr>
        <p:spPr>
          <a:xfrm>
            <a:off x="6172200" y="3611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6675120" y="3611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"/>
            <a:ext cx="594360" cy="59436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931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투표 시스템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41732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민주적 의사결정을 위한 도구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3931920" cy="77724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444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자유 옵션 생성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원하는 수만큼 투표 항목 추가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371600"/>
            <a:ext cx="3931920" cy="77724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983480" y="1444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"기타+" 옵션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83480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자유 입력 가능한 기타 항목 지원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2286000"/>
            <a:ext cx="3931920" cy="77724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2359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결과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2670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퍼센트 바 차트로 즉시 확인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286000"/>
            <a:ext cx="3931920" cy="77724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4983480" y="2359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투표 변경/취소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83480" y="2670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마음이 바뀌면 다시 투표 가능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828800" y="3383280"/>
            <a:ext cx="5486400" cy="1371600"/>
          </a:xfrm>
          <a:prstGeom prst="rect">
            <a:avLst>
              <a:gd name="adj" fmla="val 3333"/>
            </a:avLst>
          </a:prstGeom>
          <a:solidFill>
            <a:srgbClr val="1A2B4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201168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예시: 체육대회 종목 투표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10312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축구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926080" y="3813048"/>
            <a:ext cx="1344168" cy="1463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19"/>
          <p:cNvSpPr/>
          <p:nvPr/>
        </p:nvSpPr>
        <p:spPr>
          <a:xfrm>
            <a:off x="4361688" y="37947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103120" y="401421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농구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926080" y="4032504"/>
            <a:ext cx="896112" cy="1463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2"/>
          <p:cNvSpPr/>
          <p:nvPr/>
        </p:nvSpPr>
        <p:spPr>
          <a:xfrm>
            <a:off x="3913632" y="40142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103120" y="42336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피구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926080" y="4251960"/>
            <a:ext cx="576072" cy="14630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8" name="Text 25"/>
          <p:cNvSpPr/>
          <p:nvPr/>
        </p:nvSpPr>
        <p:spPr>
          <a:xfrm>
            <a:off x="3593592" y="4233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103120" y="44531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기타+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926080" y="4471416"/>
            <a:ext cx="384048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8"/>
          <p:cNvSpPr/>
          <p:nvPr/>
        </p:nvSpPr>
        <p:spPr>
          <a:xfrm>
            <a:off x="3401568" y="44531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914400"/>
            <a:ext cx="4572000" cy="4572000"/>
          </a:xfrm>
          <a:prstGeom prst="ellipse">
            <a:avLst/>
          </a:prstGeom>
          <a:solidFill>
            <a:srgbClr val="06D6A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749040" y="1188720"/>
            <a:ext cx="1097280" cy="109728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496" y="140817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560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마음패드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익명 상담·신고 시스템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학생들의 마음을 안전하게 지키는 디지털 건의함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마음패드인가?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건의함의 한계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물리적 건의함은 잘 확인하지 않음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학교 시간에만 접근 가능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225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익명성 보장 어려움 (필적 감정 등)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066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피드백 없음 (일방향)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090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긴급 상황 대응 불가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마음패드의 해결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실시간 알림으로 즉각 확인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9385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24시간 365일 접근 가능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3225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완벽한 디지털 익명성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7066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상담사 답변 시스템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090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긴급 연락처 자동 안내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1097280"/>
            <a:ext cx="0" cy="256032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9776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"마음패드는 물리적 건의함의 한계를 넘어,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학생이 언제 어디서든 안전하게 도움을 요청할 수 있는 공간입니다"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마음패드 핵심 기능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3931920" cy="160020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371600"/>
            <a:ext cx="548640" cy="5486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4813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학교폭력 신고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1783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안전하고 익명적인 학교폭력 신고 채널.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추적 없음, 개인정보 수집 없음.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188720"/>
            <a:ext cx="3931920" cy="1600200"/>
          </a:xfrm>
          <a:prstGeom prst="rect">
            <a:avLst/>
          </a:prstGeom>
          <a:solidFill>
            <a:srgbClr val="EC4899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983480" y="1371600"/>
            <a:ext cx="548640" cy="548640"/>
          </a:xfrm>
          <a:prstGeom prst="ellipse">
            <a:avLst/>
          </a:prstGeom>
          <a:solidFill>
            <a:srgbClr val="EC4899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14813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고민 상담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715000" y="1783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전담 상담교사에게 익명으로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고민을 보내고 답변을 받을 수 있음.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017520"/>
            <a:ext cx="3931920" cy="160020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320040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3101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알림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54480" y="3611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긴급 신고 접수 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교사에게 즉시 알림 전송.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00600" y="3017520"/>
            <a:ext cx="3931920" cy="1600200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4983480" y="3200400"/>
            <a:ext cx="548640" cy="54864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331012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1500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긴급 연락처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715000" y="3611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 학교폭력신고, 1388 청소년상담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 긴급신고 등 바로 연결.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마음패드 사용 시나리오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18872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508760" y="1508760"/>
            <a:ext cx="9144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접근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 복도 전용 태블릿 또는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 스마트폰으로 마음패드 접속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118872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46120" y="1508760"/>
            <a:ext cx="9144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익명 작성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2331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학교폭력 신고 또는 고민 상담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카테고리를 선택하고 내용 작성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51960" y="11887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983480" y="1508760"/>
            <a:ext cx="9144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감정 분석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0" y="2331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긴급도를 자동 판별하여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위기 상황 우선 처리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89320" y="118872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720840" y="1508760"/>
            <a:ext cx="9144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담당자 알림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2331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학생부장/상담교사에게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알림 전송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26680" y="118872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72668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2376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답변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23760" y="2331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상담교사가 익명 채널을 통해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학생에게 답변 전달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3383280"/>
            <a:ext cx="7863840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3383280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가치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3840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완벽한 익명성: IP 추적 없음, 개인정보 수집 없음, 필적 감정 불가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4114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접근성: 학교 시간과 관계없이 언제든 신고·상담 가능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" y="43891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양방향 소통: 일방적 건의가 아닌, 상담교사의 답변을 받을 수 있는 구조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749040" y="1188720"/>
            <a:ext cx="1097280" cy="109728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496" y="140817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560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기술 통합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안전하고 스마트한 학교 커뮤니티를 만드는 인공지능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"/>
            <a:ext cx="594360" cy="594360"/>
          </a:xfrm>
          <a:prstGeom prst="ellipse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931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콘텐츠 모더레이션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41732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Upstage Solar API 기반 지능형 콘텐츠 검수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1920240" cy="54864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371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게시글 작성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학생이 글을 작성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23160" y="1645920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51760" y="1371600"/>
            <a:ext cx="1920240" cy="54864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651760" y="1371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검수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65176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API 분석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17720" y="1645920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46320" y="1371600"/>
            <a:ext cx="1920240" cy="5486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46320" y="1371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판단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4632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안전/주의/차단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812280" y="1645920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040880" y="1371600"/>
            <a:ext cx="1920240" cy="5486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040880" y="1371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 or 수정 권고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04088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피드백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0080" y="2468880"/>
            <a:ext cx="7863840" cy="2286000"/>
          </a:xfrm>
          <a:prstGeom prst="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0080" y="2468880"/>
            <a:ext cx="54864" cy="2286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2651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감지 범위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651760" y="26517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욕설, 혐오 발언, 사이버불링, 선정적 콘텐츠, 개인정보 노출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14400" y="3154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대응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2651760" y="31546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차단이 아닌, 문제 부분을 수정하여 재작성 제안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1440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균형 잡힌 판단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2651760" y="36576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가벼운 농담이나 건설적 비판은 허용, 명백한 유해 콘텐츠만 조치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14400" y="4160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 장치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2651760" y="41605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장애 시에도 게시글 작성 가능 (Graceful Degradation)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작성 보조 &amp; 주간 브리핑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931920" cy="34747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34440"/>
            <a:ext cx="457200" cy="45720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258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작성 보조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키워드만 입력하면 공지문 초안 자동 생성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질문/공지 맥락에 맞춘 문체 자동 조절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행정 부담 감소 → 교사 업무 효율 향상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비숙련 사용자도 전문적인 공지 작성 가능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1097280"/>
            <a:ext cx="3931920" cy="34747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0" y="1234440"/>
            <a:ext cx="457200" cy="457200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258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주간 브리핑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02920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주간 활동 데이터 자동 분석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02920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핫토픽 및 긴급 이슈 식별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02920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학교별 활동 순위 분석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02920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참여도 개선 권고사항 생성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29200" y="3383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교육 리더십을 위한 인사이트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"/>
            <a:ext cx="594360" cy="59436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931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챗봇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41732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N9 플랫폼 사용을 돕는 AI 가이드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786384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37160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 가이드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00400" y="1463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N9의 기능과 사용법을 친절하게 안내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240280"/>
            <a:ext cx="786384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24028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응답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20040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질문에 즉각적인 AI 기반 답변 제공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3108960"/>
            <a:ext cx="786384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310896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맥락 인식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200400" y="3200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사용자의 역할과 소속에 맞춘 맞춤형 안내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3977640"/>
            <a:ext cx="786384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080" y="397764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항시 접근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200400" y="4069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하단 플로팅 버튼으로 언제든 호출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"/>
            <a:ext cx="594360" cy="594360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931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대시보드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41732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통계와 학교별 활동 분석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196596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3258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게시글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06040" y="1280160"/>
            <a:ext cx="196596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606040" y="13258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156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60604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활동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280160"/>
            <a:ext cx="196596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54880" y="13258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475488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활성 사용자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0" y="1280160"/>
            <a:ext cx="196596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903720" y="13258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90372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투표 참여율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2560320"/>
            <a:ext cx="393192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2606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인기 게시글 TOP 5 (댓글 수 기준)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00600" y="2560320"/>
            <a:ext cx="393192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4983480" y="2606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학교별 활동 랭킹 (주간 게시글·댓글·채팅 합산)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" y="3154680"/>
            <a:ext cx="393192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3200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투표 현황 실시간 시각화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800600" y="3154680"/>
            <a:ext cx="393192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4983480" y="3200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주간 브리핑 통합 표시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" y="3749040"/>
            <a:ext cx="393192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822960" y="3794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참여도 히트맵 (학교별 활동 강도)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800600" y="3749040"/>
            <a:ext cx="393192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4983480" y="3794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 권한: 교육감, 교장, 교감, 개발자, 학생부장, 선생님, 학생회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아키텍처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393192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70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프론트엔드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1170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+ React 19 + TypeScript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 웹 프레임워크로 빠른 렌더링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393192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97280"/>
            <a:ext cx="54864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170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스타일링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1170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반응형 디자인, 다크모드 지원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011680"/>
            <a:ext cx="393192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011680"/>
            <a:ext cx="54864" cy="7772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084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2084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API Routes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서버리스 함수로 확장 가능한 백엔드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011680"/>
            <a:ext cx="393192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01168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084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2084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(PostgreSQL)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구독, RLS 보안 정책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2926080"/>
            <a:ext cx="393192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2926080"/>
            <a:ext cx="54864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2999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엔진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94560" y="2999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Upstage Solar API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모더레이션, 작성 보조, 분석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926080"/>
            <a:ext cx="393192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92608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2999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관리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55080" y="2999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8348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경량 전역 상태 관리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3840480"/>
            <a:ext cx="393192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3840480"/>
            <a:ext cx="54864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3913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194560" y="3913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2960" y="4251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CDN, 자동 배포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840480"/>
            <a:ext cx="393192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3840480"/>
            <a:ext cx="54864" cy="7772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1" name="Text 39"/>
          <p:cNvSpPr/>
          <p:nvPr/>
        </p:nvSpPr>
        <p:spPr>
          <a:xfrm>
            <a:off x="4983480" y="3913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55080" y="3913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Web App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83480" y="4251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홈 화면 추가, 앱처럼 사용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"/>
            <a:ext cx="594360" cy="59436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931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200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보안 &amp; 프라이버시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234440"/>
            <a:ext cx="548640" cy="54864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344168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Level Security (RLS)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75488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 레벨에서 접근 제어 강제 적용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1938528"/>
            <a:ext cx="7863840" cy="640080"/>
          </a:xfrm>
          <a:prstGeom prst="rect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777240" y="1984248"/>
            <a:ext cx="548640" cy="54864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1508760" y="1984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실명 인증 시스템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754880" y="1984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소속학교 + 직책 조합으로 고유 계정 생성 및 검증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2688336"/>
            <a:ext cx="7863840" cy="64008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2734056"/>
            <a:ext cx="548640" cy="5486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84378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27340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마음패드 완전 익명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754880" y="27340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추적 없음, 개인정보 미수집, 작성자 특정 불가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438144"/>
            <a:ext cx="7863840" cy="640080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3483864"/>
            <a:ext cx="548640" cy="54864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59359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483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크기 제한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754880" y="3483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첨부파일 5MB 제한으로 서버 부하 방지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4187952"/>
            <a:ext cx="7863840" cy="64008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4233672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343400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4233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활동 로그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754880" y="4233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사용자 활동 기록으로 투명한 운영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경쟁 솔루션 비교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00B4D8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463040"/>
                <a:gridCol w="1463040"/>
                <a:gridCol w="14630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기능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</a:rPr>
                        <a:t>N9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카카오톡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디스코드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일반 포럼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실명 인증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학교별 조직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익명 신고 (마음패드)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△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AI 콘텐츠 모더레이션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통합 캘린더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투표 시스템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AI 주간 브리핑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7단계 역할 권한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△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44개 학교 네트워크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PWA 지원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572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N9은 교육 현장에 특화된 유일한 통합 플랫폼입니다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6D6A0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기대 효과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97280"/>
            <a:ext cx="7863840" cy="658368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 간 소통 혁신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44개 학교가 하나의 플랫폼으로 연결되어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격차 해소 및 협력 강화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7863840" cy="658368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안전 강화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194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마음패드를 통한 24/7 익명 신고 체계로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학교폭력 조기 발견 및 대응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7863840" cy="658368"/>
          </a:xfrm>
          <a:prstGeom prst="rect">
            <a:avLst/>
          </a:prstGeom>
          <a:solidFill>
            <a:srgbClr val="06D6A0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724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행정 효율화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971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작성 보조 및 주간 브리핑으로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교사·관리자 업무 부담 경감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429000"/>
            <a:ext cx="7863840" cy="658368"/>
          </a:xfrm>
          <a:prstGeom prst="rect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건전한 소통 문화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모더레이션 + 실명 인증으로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책임감 있는 온라인 커뮤니티 구축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206240"/>
            <a:ext cx="7863840" cy="658368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79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기반 의사결정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4526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대시보드와 투표 시스템으로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 운영에 데이터 활용 촉진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사용자 경험 하이라이트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1600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1371600"/>
            <a:ext cx="640080" cy="64008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336" y="149961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반응형 디자인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데스크톱, 태블릿, 모바일 모든 기기에서 최적화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1188720"/>
            <a:ext cx="2651760" cy="1600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1371600"/>
            <a:ext cx="640080" cy="640080"/>
          </a:xfrm>
          <a:prstGeom prst="ellipse">
            <a:avLst/>
          </a:prstGeom>
          <a:solidFill>
            <a:srgbClr val="0B1D3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149961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다크 모드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7472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선호에 따른 다크/라이트 테마 전환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1188720"/>
            <a:ext cx="2651760" cy="1600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78040" y="1371600"/>
            <a:ext cx="640080" cy="640080"/>
          </a:xfrm>
          <a:prstGeom prst="ellipse">
            <a:avLst/>
          </a:prstGeom>
          <a:solidFill>
            <a:srgbClr val="06D6A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149961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지원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5508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 화면 추가로 네이티브 앱처럼 사용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017520"/>
            <a:ext cx="2651760" cy="1600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417320" y="3200400"/>
            <a:ext cx="640080" cy="64008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336" y="332841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436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동기화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94360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채팅, 게시글 등 실시간 데이터 반영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337560" y="3017520"/>
            <a:ext cx="2651760" cy="1600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297680" y="3200400"/>
            <a:ext cx="640080" cy="64008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696" y="332841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7472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사이드바 네비게이션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74720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기능에 한 번의 클릭으로 접근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17920" y="3017520"/>
            <a:ext cx="2651760" cy="1600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178040" y="3200400"/>
            <a:ext cx="640080" cy="640080"/>
          </a:xfrm>
          <a:prstGeom prst="ellipse">
            <a:avLst/>
          </a:prstGeom>
          <a:solidFill>
            <a:srgbClr val="EC4899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6056" y="3328416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35508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 커스터마이징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355080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 사진, 자기소개 등 개인화 지원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향후 확장 로드맵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1965960" cy="3474720"/>
          </a:xfrm>
          <a:prstGeom prst="rect">
            <a:avLst/>
          </a:prstGeom>
          <a:solidFill>
            <a:srgbClr val="10B981">
              <a:alpha val="2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현재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141732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9456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울산 남구 44개 중학교 커버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9개 기능 완성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마음패드 베타 운영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2926080"/>
            <a:ext cx="914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188720"/>
            <a:ext cx="1965960" cy="3474720"/>
          </a:xfrm>
          <a:prstGeom prst="rect">
            <a:avLst/>
          </a:prstGeom>
          <a:solidFill>
            <a:srgbClr val="00B4D8">
              <a:alpha val="2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280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16002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 하반기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880360" y="2011680"/>
            <a:ext cx="141732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219456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울산 전체 학교로 확장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학부모 전용 뷰 추가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지원 (다문화 가정)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2926080"/>
            <a:ext cx="914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188720"/>
            <a:ext cx="1965960" cy="3474720"/>
          </a:xfrm>
          <a:prstGeom prst="rect">
            <a:avLst/>
          </a:prstGeom>
          <a:solidFill>
            <a:srgbClr val="0891B2">
              <a:alpha val="2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280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16002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2027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0" y="2011680"/>
            <a:ext cx="141732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19456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 광역시 교육청 연동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학습 분석 기능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네이티브 앱 출시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2926080"/>
            <a:ext cx="914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1188720"/>
            <a:ext cx="1965960" cy="3474720"/>
          </a:xfrm>
          <a:prstGeom prst="rect">
            <a:avLst/>
          </a:prstGeom>
          <a:solidFill>
            <a:srgbClr val="F97316">
              <a:alpha val="2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1280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16002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2027+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178040" y="2011680"/>
            <a:ext cx="141732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219456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교육 플랫폼으로 확장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교육부 연계 공식 채널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위기 개입 시스템 고도화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상금 1억원 활용 계획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7863840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인프라 및 보안 강화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1143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3,000만원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1508760"/>
            <a:ext cx="640080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508760"/>
            <a:ext cx="192024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0" y="1143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874520"/>
            <a:ext cx="7863840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874520"/>
            <a:ext cx="54864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1920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엔진 고도화 (모더레이션 + 위기 개입)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2,500만원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2286000"/>
            <a:ext cx="640080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2286000"/>
            <a:ext cx="1600200" cy="1371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0" y="1920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2651760"/>
            <a:ext cx="7863840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2651760"/>
            <a:ext cx="54864" cy="65836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2697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확장 파일럿 (5개 광역시)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2,000만원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3063240"/>
            <a:ext cx="640080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3063240"/>
            <a:ext cx="1280160" cy="1371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3429000"/>
            <a:ext cx="7863840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429000"/>
            <a:ext cx="54864" cy="6583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3474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앱 개발 (iOS + Android)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1,500만원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14400" y="3840480"/>
            <a:ext cx="640080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Shape 28"/>
          <p:cNvSpPr/>
          <p:nvPr/>
        </p:nvSpPr>
        <p:spPr>
          <a:xfrm>
            <a:off x="914400" y="3840480"/>
            <a:ext cx="960120" cy="137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0" y="3474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4206240"/>
            <a:ext cx="7863840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" y="4206240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4251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교육 및 운영비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29200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1,000만원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14400" y="4617720"/>
            <a:ext cx="640080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5"/>
          <p:cNvSpPr/>
          <p:nvPr/>
        </p:nvSpPr>
        <p:spPr>
          <a:xfrm>
            <a:off x="914400" y="4617720"/>
            <a:ext cx="64008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7498080" y="4251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N9인가?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97280"/>
            <a:ext cx="7863840" cy="65836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152144"/>
            <a:ext cx="548640" cy="54864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26187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문제 해결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08760" y="1417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추상적 아이디어가 아닌, 44개 학교에서 쓸 수 있는 실제 서비스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1874520"/>
            <a:ext cx="7863840" cy="65836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1929384"/>
            <a:ext cx="548640" cy="54864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03911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안전 최우선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508760" y="21945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마음패드로 학교폭력 사각지대를 없애는 사회적 가치 실현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2651760"/>
            <a:ext cx="7863840" cy="65836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2706624"/>
            <a:ext cx="548640" cy="54864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81635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기술 활용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508760" y="2971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모더레이션, 작성 보조, 분석 등 실용적 AI 적용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" y="3429000"/>
            <a:ext cx="7863840" cy="65836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777240" y="3483864"/>
            <a:ext cx="548640" cy="54864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593592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0876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가능성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508760" y="37490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울산을 넘어 전국 학교로 확장 가능한 아키텍처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40080" y="4206240"/>
            <a:ext cx="7863840" cy="65836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7" name="Shape 21"/>
          <p:cNvSpPr/>
          <p:nvPr/>
        </p:nvSpPr>
        <p:spPr>
          <a:xfrm>
            <a:off x="777240" y="4261104"/>
            <a:ext cx="548640" cy="54864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370832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0876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작동하는 서비스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1508760" y="45262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아이디어가 아닌, 이미 개발 완료된 실제 플랫폼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914400"/>
            <a:ext cx="5486400" cy="548640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0"/>
            <a:ext cx="3657600" cy="3657600"/>
          </a:xfrm>
          <a:prstGeom prst="ellipse">
            <a:avLst/>
          </a:prstGeom>
          <a:solidFill>
            <a:srgbClr val="06D6A0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N9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44개 학교, 하나의 커뮤니티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246888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학생을 지키고, 학교를 연결하고,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교육을 혁신하는 플랫폼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n9.com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감사합니다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N9 - 울산 학교 커뮤니티 플랫폼</dc:title>
  <dc:subject>PptxGenJS Presentation</dc:subject>
  <dc:creator>N9 Team</dc:creator>
  <cp:lastModifiedBy>N9 Team</cp:lastModifiedBy>
  <cp:revision>1</cp:revision>
  <dcterms:created xsi:type="dcterms:W3CDTF">2026-03-30T13:47:26Z</dcterms:created>
  <dcterms:modified xsi:type="dcterms:W3CDTF">2026-03-30T13:47:26Z</dcterms:modified>
</cp:coreProperties>
</file>